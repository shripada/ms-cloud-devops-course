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to the Docker intro. Deep-dive on how images are built from layers and shared through registries.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PART TWO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Images, </a:t>
            </a:r>
            <a:pPr indent="0" marL="0">
              <a:lnSpc>
                <a:spcPct val="102000"/>
              </a:lnSpc>
              <a:buNone/>
            </a:pPr>
            <a:r>
              <a:rPr lang="en-US" sz="6200" b="1" i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</a:t>
            </a:r>
            <a:pPr indent="0" marL="0">
              <a:lnSpc>
                <a:spcPct val="102000"/>
              </a:lnSpc>
              <a:buNone/>
            </a:pPr>
            <a:endParaRPr lang="en-US" sz="6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registries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under the hood.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52560" y="379476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425196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052560" y="470916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C9532E"/>
          </a:solidFill>
          <a:ln w="12700">
            <a:solidFill>
              <a:srgbClr val="C9532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an image?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things: a stack of read-only layers (the files) and a little config (how to run them).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never changes once built.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600200"/>
            <a:ext cx="4343400" cy="4343400"/>
          </a:xfrm>
          <a:prstGeom prst="roundRect">
            <a:avLst>
              <a:gd name="adj" fmla="val 2526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783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60920" y="219456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EFE7D6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pPr indent="0" marL="0">
              <a:buNone/>
            </a:pPr>
            <a:r>
              <a:rPr lang="en-US" sz="12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CMD · ENV · ports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3154680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16952" y="315468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app files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60920" y="3931920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16952" y="393192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libraries &amp; tools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60920" y="4709160"/>
            <a:ext cx="3429000" cy="658368"/>
          </a:xfrm>
          <a:prstGeom prst="roundRect">
            <a:avLst>
              <a:gd name="adj" fmla="val 6944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16952" y="470916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filesystem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440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layers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image's name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97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pPr algn="ctr" indent="0" marL="0">
              <a:buNone/>
            </a:pPr>
            <a:r>
              <a:rPr lang="en-US" sz="48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 </a:t>
            </a:r>
            <a:pPr algn="ctr" indent="0" marL="0">
              <a:buNone/>
            </a:pPr>
            <a:r>
              <a:rPr lang="en-US" sz="4800" b="1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which image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— which version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4617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6596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form:   </a:t>
            </a:r>
            <a:pPr algn="ctr"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/ repository : tag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5193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 given? Docker assumes  :latest — a default name, not a promise of newest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build step adds a layer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0B1F2A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37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indent="0" marL="0">
              <a:buNone/>
            </a:pP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buNone/>
            </a:pP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package.json 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install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983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buNone/>
            </a:pP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A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4983480" cy="658368"/>
          </a:xfrm>
          <a:prstGeom prst="roundRect">
            <a:avLst>
              <a:gd name="adj" fmla="val 6944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9672" y="2331720"/>
            <a:ext cx="4471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code   (COPY . 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118104"/>
            <a:ext cx="4983480" cy="658368"/>
          </a:xfrm>
          <a:prstGeom prst="roundRect">
            <a:avLst>
              <a:gd name="adj" fmla="val 6944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9672" y="3118104"/>
            <a:ext cx="4471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  (RUN)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904488"/>
            <a:ext cx="4983480" cy="658368"/>
          </a:xfrm>
          <a:prstGeom prst="roundRect">
            <a:avLst>
              <a:gd name="adj" fmla="val 6944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19672" y="3904488"/>
            <a:ext cx="4471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folder   (WORKDIR)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690872"/>
            <a:ext cx="4983480" cy="658368"/>
          </a:xfrm>
          <a:prstGeom prst="roundRect">
            <a:avLst>
              <a:gd name="adj" fmla="val 6944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19672" y="4690872"/>
            <a:ext cx="4471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image   (FROM)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549554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stacked, each on top of the one below — all read-only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line, rebuild only from there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reuses cached layers up to the first change — so most rebuilds take seconds.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built fresh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27632" y="32004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code   rebuilt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71600" y="3913632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27632" y="39136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  rebuilt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71600" y="4626864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27632" y="46268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folder   rebuilt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5340096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27632" y="53400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image   rebuilt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editing your 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22592" y="32004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code   rebuilt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3913632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22592" y="39136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dependencies   cached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66560" y="4626864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22592" y="46268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app folder   cached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66560" y="5340096"/>
            <a:ext cx="4023360" cy="603504"/>
          </a:xfrm>
          <a:prstGeom prst="roundRect">
            <a:avLst>
              <a:gd name="adj" fmla="val 7576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2592" y="53400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base image   cached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layers are stored once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layer downloads and stores a single time, then every image built on it reuses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600200" y="283464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856232" y="28346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3511296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35112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C9532E"/>
          </a:solidFill>
          <a:ln w="12700">
            <a:solidFill>
              <a:srgbClr val="C9532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02352" y="28346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511296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35112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83464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1C7A6B"/>
          </a:solidFill>
          <a:ln w="12700">
            <a:solidFill>
              <a:srgbClr val="1C7A6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48472" y="28346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3511296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8472" y="35112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00200" y="4507992"/>
            <a:ext cx="9235440" cy="822960"/>
          </a:xfrm>
          <a:prstGeom prst="roundRect">
            <a:avLst>
              <a:gd name="adj" fmla="val 5556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856232" y="4507992"/>
            <a:ext cx="8723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base image  —  stored &amp; downloaded once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71800" y="4187952"/>
            <a:ext cx="0" cy="320040"/>
          </a:xfrm>
          <a:prstGeom prst="line">
            <a:avLst/>
          </a:prstGeom>
          <a:noFill/>
          <a:ln w="15240">
            <a:solidFill>
              <a:srgbClr val="51636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217920" y="4187952"/>
            <a:ext cx="0" cy="320040"/>
          </a:xfrm>
          <a:prstGeom prst="line">
            <a:avLst/>
          </a:prstGeom>
          <a:noFill/>
          <a:ln w="15240">
            <a:solidFill>
              <a:srgbClr val="51636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464040" y="4187952"/>
            <a:ext cx="0" cy="320040"/>
          </a:xfrm>
          <a:prstGeom prst="line">
            <a:avLst/>
          </a:prstGeom>
          <a:noFill/>
          <a:ln w="15240">
            <a:solidFill>
              <a:srgbClr val="51636B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adds a writable layer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stays read-only. Each container gets its own thin writable layer on top — remove the container and those changes are gone.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30632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404872" y="30632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03320" y="3611880"/>
            <a:ext cx="0" cy="365760"/>
          </a:xfrm>
          <a:prstGeom prst="line">
            <a:avLst/>
          </a:prstGeom>
          <a:noFill/>
          <a:ln w="15240">
            <a:solidFill>
              <a:srgbClr val="51636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2636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C9532E"/>
          </a:solidFill>
          <a:ln w="12700">
            <a:solidFill>
              <a:srgbClr val="C9532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9672" y="30632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3611880"/>
            <a:ext cx="0" cy="365760"/>
          </a:xfrm>
          <a:prstGeom prst="line">
            <a:avLst/>
          </a:prstGeom>
          <a:noFill/>
          <a:ln w="15240">
            <a:solidFill>
              <a:srgbClr val="51636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48840" y="3977640"/>
            <a:ext cx="7223760" cy="1417320"/>
          </a:xfrm>
          <a:prstGeom prst="roundRect">
            <a:avLst>
              <a:gd name="adj" fmla="val 6452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4087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·  read-only layers, shared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14600" y="4434840"/>
            <a:ext cx="6492240" cy="384048"/>
          </a:xfrm>
          <a:prstGeom prst="roundRect">
            <a:avLst>
              <a:gd name="adj" fmla="val 11905"/>
            </a:avLst>
          </a:prstGeom>
          <a:solidFill>
            <a:srgbClr val="0A6BA8"/>
          </a:solidFill>
          <a:ln w="12700">
            <a:solidFill>
              <a:srgbClr val="0A6B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0632" y="4434840"/>
            <a:ext cx="598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4873752"/>
            <a:ext cx="6492240" cy="384048"/>
          </a:xfrm>
          <a:prstGeom prst="roundRect">
            <a:avLst>
              <a:gd name="adj" fmla="val 11905"/>
            </a:avLst>
          </a:prstGeom>
          <a:solidFill>
            <a:srgbClr val="D6E5EE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70632" y="4873752"/>
            <a:ext cx="5980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libraries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Registry, repository, tag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holds repositories; each repository holds the tagged versions of one image.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9784080" cy="3383280"/>
          </a:xfrm>
          <a:prstGeom prst="roundRect">
            <a:avLst>
              <a:gd name="adj" fmla="val 3243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542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 ·  Docker 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00200" y="301752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745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  </a:t>
            </a:r>
            <a:pPr indent="0" marL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20240" y="379476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1.27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429768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1.26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480060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latest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A6BA8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  </a:t>
            </a:r>
            <a:pPr indent="0" marL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7960" y="379476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v2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429768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v1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4800600"/>
            <a:ext cx="3566160" cy="411480"/>
          </a:xfrm>
          <a:prstGeom prst="roundRect">
            <a:avLst>
              <a:gd name="adj" fmla="val 48889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  latest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up, pull down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locally, push to a registry, pull anywhere. Only the layers not already there are transferred.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6232" y="3566160"/>
            <a:ext cx="768096" cy="768096"/>
          </a:xfrm>
          <a:prstGeom prst="ellipse">
            <a:avLst/>
          </a:prstGeom>
          <a:solidFill>
            <a:srgbClr val="0A6BA8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pic>
        <p:nvPicPr>
          <p:cNvPr id="7" name="Image 0" descr="/home/claude/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3758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33832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7293D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6712" y="3566160"/>
            <a:ext cx="768096" cy="768096"/>
          </a:xfrm>
          <a:prstGeom prst="ellipse">
            <a:avLst/>
          </a:prstGeom>
          <a:solidFill>
            <a:srgbClr val="0A6BA8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pic>
        <p:nvPicPr>
          <p:cNvPr id="11" name="Image 1" descr="/home/claude/icon_regi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7581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503920" y="33832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37192" y="3566160"/>
            <a:ext cx="768096" cy="768096"/>
          </a:xfrm>
          <a:prstGeom prst="ellipse">
            <a:avLst/>
          </a:prstGeom>
          <a:solidFill>
            <a:srgbClr val="1C7A6B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pic>
        <p:nvPicPr>
          <p:cNvPr id="15" name="Image 2" descr="/home/claude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37581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703320" y="4069080"/>
            <a:ext cx="91440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361188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543800" y="4069080"/>
            <a:ext cx="91440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745236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myapp   ·   docker pull myapp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and private registries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35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Hub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and community images anyone can pull.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· postgres · node · python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23774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07293D"/>
          </a:solidFill>
          <a:ln/>
          <a:effectLst>
            <a:outerShdw sx="100000" sy="100000" kx="0" ky="0" algn="bl" rotWithShape="0" blurRad="101600" dist="38100" dir="5400000">
              <a:srgbClr val="0A1E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035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team's own images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Access-controlled, for code you don't publish.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709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ECR · Google Artifact Registry · Azure ACR · GitHub GHCR · Harbor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Images, layers &amp; registries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3317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read-only layers plus config — and never changes once built.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8152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08152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 step adds a layer; layers are cached on rebuild and shared between images.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3133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83133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container adds one thin writable layer on top.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811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8114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reads registry / repository : tag.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3095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5330952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pull move only the layers that aren't already there.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 · run anywhere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Images, Layers &amp; Registries</dc:title>
  <dc:subject>PptxGenJS Presentation</dc:subject>
  <dc:creator>Shripada</dc:creator>
  <cp:lastModifiedBy>Shripada</cp:lastModifiedBy>
  <cp:revision>1</cp:revision>
  <dcterms:created xsi:type="dcterms:W3CDTF">2026-09-20T11:56:31Z</dcterms:created>
  <dcterms:modified xsi:type="dcterms:W3CDTF">2026-09-20T11:56:31Z</dcterms:modified>
</cp:coreProperties>
</file>